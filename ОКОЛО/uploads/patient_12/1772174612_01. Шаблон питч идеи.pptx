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61" r:id="rId3"/>
    <p:sldId id="264" r:id="rId4"/>
    <p:sldId id="266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2c258bf4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60" name="Google Shape;60;g3a2c258bf4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c258bf4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87" name="Google Shape;87;g3a2c258bf4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2c2e94c9a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107" name="Google Shape;107;g3a2c2e94c9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2c258bf4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120" name="Google Shape;120;g3a2c258bf4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381000" y="285750"/>
            <a:ext cx="7143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Inter SemiBold"/>
              <a:buNone/>
            </a:pPr>
            <a:r>
              <a:rPr lang="ru" sz="23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Общая информация</a:t>
            </a:r>
            <a:endParaRPr sz="23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381000" y="857250"/>
            <a:ext cx="80964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Кейс: </a:t>
            </a:r>
            <a:r>
              <a:rPr lang="ru-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Цифровая платформа «</a:t>
            </a:r>
            <a:r>
              <a:rPr lang="ru-RU" sz="19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Окулус</a:t>
            </a:r>
            <a:r>
              <a:rPr lang="ru-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-Фельдшер» для удаленной подготовки пациентов к операциям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Название команды:</a:t>
            </a:r>
            <a:r>
              <a:rPr lang="en-US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</a:t>
            </a:r>
            <a:r>
              <a:rPr lang="en-US" sz="19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PIBsters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Название проекта:</a:t>
            </a:r>
            <a:r>
              <a:rPr lang="en-US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</a:t>
            </a:r>
            <a:r>
              <a:rPr lang="ru-RU" sz="1900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«НЕБОЛЕЙ»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81000" y="285750"/>
            <a:ext cx="71331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Inter SemiBold"/>
              <a:buNone/>
            </a:pPr>
            <a:r>
              <a:rPr lang="ru" sz="23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Концепци</a:t>
            </a:r>
            <a:r>
              <a:rPr lang="ru" sz="2300" b="1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я</a:t>
            </a:r>
            <a:r>
              <a:rPr lang="ru" sz="23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проекта</a:t>
            </a:r>
            <a:endParaRPr sz="23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381000" y="857250"/>
            <a:ext cx="83346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Наш проект «НЕБОЛЕЙ»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Р</a:t>
            </a: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ешает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п</a:t>
            </a:r>
            <a:r>
              <a:rPr lang="ru-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роблему связанную с получением одобрения на операцию без физического визита пациента в областной центр.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У пациентов ограниченных в движении и проживающих далеко от ближайшего областного центра.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с помощью веб-приложения «НЕБОЛЕЙ» пациент необязательно приходить в областной центр с целью узнать одобрили ему операцию или нет, 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который имеет прямую связь с областным врачем и региональным фельдшерем.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>
            <a:off x="381000" y="285750"/>
            <a:ext cx="71331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Inter SemiBold"/>
              <a:buNone/>
            </a:pPr>
            <a:r>
              <a:rPr lang="ru" sz="23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Набор технологий</a:t>
            </a:r>
            <a:endParaRPr sz="23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381000" y="857250"/>
            <a:ext cx="83346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Продукт: Веб-сайт для реализации услуг</a:t>
            </a:r>
            <a:r>
              <a:rPr lang="ru" sz="19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</a:t>
            </a:r>
            <a:br>
              <a:rPr lang="ru" sz="19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ru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Технологии:</a:t>
            </a:r>
            <a:endParaRPr lang="en-US"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Frontend: Html, CSS, Java, PHP.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19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Backend : Node.js.</a:t>
            </a:r>
            <a:endParaRPr lang="ru"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ru" sz="1900" dirty="0">
                <a:solidFill>
                  <a:schemeClr val="tx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База данных: </a:t>
            </a:r>
            <a:r>
              <a:rPr lang="en-US" sz="1900" dirty="0" err="1">
                <a:solidFill>
                  <a:schemeClr val="tx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PHPMyAdmin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.</a:t>
            </a:r>
            <a:endParaRPr lang="en-US" sz="1900" b="1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9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Хостинг: </a:t>
            </a:r>
            <a:r>
              <a:rPr lang="en-US" sz="190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NetLify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.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ru" sz="1900" dirty="0">
                <a:solidFill>
                  <a:schemeClr val="tx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Сторонние сервисы: Google Maps API (для построения маршрутов и геолокации), Firebase (для push-уведомлений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).</a:t>
            </a:r>
            <a:endParaRPr lang="ru-RU" sz="19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/>
          <p:nvPr/>
        </p:nvSpPr>
        <p:spPr>
          <a:xfrm>
            <a:off x="381000" y="285750"/>
            <a:ext cx="71331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Inter SemiBold"/>
              <a:buNone/>
            </a:pPr>
            <a:r>
              <a:rPr lang="ru" sz="23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Команда и участники</a:t>
            </a:r>
            <a:endParaRPr sz="23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381000" y="830355"/>
            <a:ext cx="8334600" cy="3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Менеджер: Егор Мунгалов Навыки:Управление процессами, аналитика, был руководителем в производстве.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Разработчик</a:t>
            </a: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: Владислав Иванов Навыки: 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SQL, C#, Python,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PascalABC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 Html, CSS, PHP.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Верстка сайтов и разработка приложений.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Разработчик</a:t>
            </a: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: Юрий ЗаводскийНавыки: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SQL, C#, Python,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PascalABC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 Html, CSS, PHP.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Верстка сайтов и разработка приложений.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Дизайнер</a:t>
            </a: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: Егор Куралёв Навыки: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PhotoShop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,3DMax, Figma</a:t>
            </a: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</a:t>
            </a:r>
            <a:r>
              <a:rPr lang="ru-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создание макетов, создание логотипов и создание дизайна сайта.</a:t>
            </a: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Дизайнер</a:t>
            </a:r>
            <a:r>
              <a:rPr lang="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: Константин Трофимов Навыки: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C#, Unity, PHP, Python, Photoshop, </a:t>
            </a:r>
            <a:r>
              <a:rPr lang="en-US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PremierPRO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 </a:t>
            </a:r>
            <a:r>
              <a:rPr lang="ru-RU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создание макетов, создание логотипов и создание дизайна сайта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,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монтаж видео.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272</Words>
  <Application>Microsoft Office PowerPoint</Application>
  <PresentationFormat>Экран (16:9)</PresentationFormat>
  <Paragraphs>25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Times New Roman</vt:lpstr>
      <vt:lpstr>Inter SemiBold</vt:lpstr>
      <vt:lpstr>Arial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Владсилав</cp:lastModifiedBy>
  <cp:revision>7</cp:revision>
  <dcterms:modified xsi:type="dcterms:W3CDTF">2026-02-25T10:04:39Z</dcterms:modified>
</cp:coreProperties>
</file>